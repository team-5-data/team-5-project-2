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752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228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43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550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282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4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11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63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86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195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323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134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653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826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586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927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866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F017835-534B-449A-9459-674D345CD1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54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53461-BEC4-CC5D-3019-94E9BEA967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Omnichannel Retail Sales and Inventory Analytics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997E8-B826-BFE4-DCF5-6CBB9CA9F4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multi-location retailers, end-to-end Data Analytics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075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AE175-50C2-97AA-F909-238139CFD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150D5E-5CA8-60CB-1487-6D167170CC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50924"/>
            <a:ext cx="10018713" cy="5019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Combine sales data from offline POS systems and online sales platforms into a single centralized dataset to ensure consistent and accurate business reporting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Clean the raw transaction data by removing duplicates, handling missing values, correcting formatting issues, and transforming the dataset into an analysis-ready structure using SQL, Excel, or Python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Identify monthly, seasonal, and category-wise sales trends to understand customer purchasing behavior and measure overall business performance across different sales channels.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719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2A3E5-89B8-CB67-A93F-6382A06A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084" y="685799"/>
            <a:ext cx="10018713" cy="175259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0929E1-1ABE-B8A9-60B7-8E2130E339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3483" y="1460353"/>
            <a:ext cx="8649309" cy="4742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Identify overall sales trends across offline and online retail channels.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Analyze seasonal demand patterns and customer purchasing behavior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Build an interactive dashboard for sales, inventory, and revenue analysis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Enable data filtering by timeframe, location, and product category for better decision-making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Project Objectives Examples &amp; Tips to Accomplish Your Goals">
            <a:extLst>
              <a:ext uri="{FF2B5EF4-FFF2-40B4-BE49-F238E27FC236}">
                <a16:creationId xmlns:a16="http://schemas.microsoft.com/office/drawing/2014/main" id="{63611BEB-5D85-66FB-4682-24C0F4091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182" y="2525971"/>
            <a:ext cx="2774102" cy="18936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21537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6F9EA-C652-D5AA-A66D-22E7B29B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Team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7DA3E-0F43-D01E-21B1-AFBA22DED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720" y="2233862"/>
            <a:ext cx="10018713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  Gautam Jaiswal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Ramu Aradhyula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Name: Infotact Solutions Pvt Ltd.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Teaching effective teamwork and collaboration | THE Campus Learn, Share,  Connect">
            <a:extLst>
              <a:ext uri="{FF2B5EF4-FFF2-40B4-BE49-F238E27FC236}">
                <a16:creationId xmlns:a16="http://schemas.microsoft.com/office/drawing/2014/main" id="{72C143A1-31FA-A9C7-BEBF-45BA99D79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014" y="2438399"/>
            <a:ext cx="4165601" cy="312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753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8EB1-5BC3-6278-1BF0-E3A4B827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E6D2F9-A87D-1AF7-CA44-3619C94F2C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9242" y="2174869"/>
            <a:ext cx="5074909" cy="3072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Total Sales Revenue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Selling Product Category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wise Revenue Contribute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Revenue Per Order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By Channel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Certified performance indicators specialist.">
            <a:extLst>
              <a:ext uri="{FF2B5EF4-FFF2-40B4-BE49-F238E27FC236}">
                <a16:creationId xmlns:a16="http://schemas.microsoft.com/office/drawing/2014/main" id="{A3ADCF19-121E-F2C9-F840-ECB1CD09C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339" y="2669064"/>
            <a:ext cx="3452882" cy="2348097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539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70FD7-5E44-AD42-F52C-C14C4A583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714ED-16FA-397E-F71E-23A1D0A19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5401" y="2062518"/>
            <a:ext cx="8776532" cy="410968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Python (Pandas, NumPy) for data cleaning and manipulation.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</a:t>
            </a:r>
            <a:r>
              <a:rPr lang="en-US" dirty="0"/>
              <a:t>Performed retail sales analysis using SQL for business insights                              and trend identification.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interactive dashboards.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techniques for data analysis.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A65CB85-F448-6F35-BC3D-A0ECABB87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401" y="2959495"/>
            <a:ext cx="452649" cy="36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158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3AEC9-3203-833D-D05C-CB408D5F9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230741-9D5C-86CF-6D8D-1E08B06416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2013109"/>
            <a:ext cx="3713645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0" indent="0">
              <a:buNone/>
            </a:pPr>
            <a:r>
              <a:rPr lang="en-US" sz="2000" dirty="0"/>
              <a:t>    • Sales Date</a:t>
            </a:r>
          </a:p>
          <a:p>
            <a:pPr marL="0" indent="0">
              <a:buNone/>
            </a:pPr>
            <a:r>
              <a:rPr lang="en-US" sz="2000" dirty="0"/>
              <a:t>    • Product Category</a:t>
            </a:r>
          </a:p>
          <a:p>
            <a:pPr marL="0" indent="0">
              <a:buNone/>
            </a:pPr>
            <a:r>
              <a:rPr lang="en-US" sz="2000" dirty="0"/>
              <a:t>    • Store Location</a:t>
            </a:r>
          </a:p>
          <a:p>
            <a:pPr marL="0" indent="0">
              <a:buNone/>
            </a:pPr>
            <a:r>
              <a:rPr lang="en-US" sz="2000" dirty="0"/>
              <a:t>    • Sales Channel (Online/Offline)</a:t>
            </a:r>
          </a:p>
          <a:p>
            <a:pPr marL="0" indent="0">
              <a:buNone/>
            </a:pPr>
            <a:r>
              <a:rPr lang="en-US" sz="2000" dirty="0"/>
              <a:t>    • Total Sales Revenue</a:t>
            </a:r>
          </a:p>
          <a:p>
            <a:pPr marL="0" indent="0">
              <a:buNone/>
            </a:pPr>
            <a:r>
              <a:rPr lang="en-US" sz="2000" dirty="0"/>
              <a:t>    • Order Quantity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A graphic of a data center&#10;&#10;AI-generated content may be incorrect.">
            <a:extLst>
              <a:ext uri="{FF2B5EF4-FFF2-40B4-BE49-F238E27FC236}">
                <a16:creationId xmlns:a16="http://schemas.microsoft.com/office/drawing/2014/main" id="{DD2CE388-D2E9-435B-F18C-1A901427E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38399"/>
            <a:ext cx="5138382" cy="342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02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9E8FF-F51C-C916-C300-AD36A0B55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563BE3-3C24-7227-7B23-49C9B8F28D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43618" y="2438399"/>
            <a:ext cx="3591048" cy="2518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Removing duplicates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Missing values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pic>
        <p:nvPicPr>
          <p:cNvPr id="4098" name="Picture 2" descr="Data processing Icons in PNG &amp; SVG">
            <a:extLst>
              <a:ext uri="{FF2B5EF4-FFF2-40B4-BE49-F238E27FC236}">
                <a16:creationId xmlns:a16="http://schemas.microsoft.com/office/drawing/2014/main" id="{66CFE5E4-BC62-56F0-0CE7-B5FC178CB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775" y="2738650"/>
            <a:ext cx="2782082" cy="251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966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C7EBE-E0F4-5DD3-E418-715EC064A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55B53-ECCB-E3F3-9225-C42C1EB05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38399"/>
            <a:ext cx="10451876" cy="3124201"/>
          </a:xfrm>
        </p:spPr>
        <p:txBody>
          <a:bodyPr/>
          <a:lstStyle/>
          <a:p>
            <a:pPr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 Analysis 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Category Performance Analysis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Store-wise sales Analysis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revenue Analysis and Reporting</a:t>
            </a:r>
          </a:p>
        </p:txBody>
      </p:sp>
      <p:pic>
        <p:nvPicPr>
          <p:cNvPr id="6146" name="Picture 2" descr="6 Types of Data Analysis That Help Decision-Makers | Velvetech">
            <a:extLst>
              <a:ext uri="{FF2B5EF4-FFF2-40B4-BE49-F238E27FC236}">
                <a16:creationId xmlns:a16="http://schemas.microsoft.com/office/drawing/2014/main" id="{74B7090D-93A5-F12A-C061-FE2842BD1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957" y="2650005"/>
            <a:ext cx="4604657" cy="2558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943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862E-E53C-D2FA-6B7D-3B78F93EC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833" y="153537"/>
            <a:ext cx="10018713" cy="71991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4A9DBC5-CF57-1C83-E806-E37EDAF1B1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461" y="1098149"/>
            <a:ext cx="8836090" cy="491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696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07117-237B-429B-9F22-1E0E04FE6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30085"/>
            <a:ext cx="10018713" cy="127116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CCE2A8-A06D-2904-95A0-8C8C7071B4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1061968"/>
            <a:ext cx="10252765" cy="5842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Successfully analyzed retail sales data from multiple sales channels using SQL and Business Intelligence tools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Identified important sales trends, peak purchasing periods, and top-performing product categories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Improved data accuracy through effective data cleaning and standardization techniques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Enabled data-driven decision-making for inventory management and business growth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Provided actionable insights to optimize sales performance and operational 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66259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0FD53-B241-2DFE-BA09-99A1731C4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570" y="2704472"/>
            <a:ext cx="10018713" cy="1752599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You..!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1426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1307</TotalTime>
  <Words>377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Corbel</vt:lpstr>
      <vt:lpstr>Times New Roman</vt:lpstr>
      <vt:lpstr>Wingdings</vt:lpstr>
      <vt:lpstr>Parallax</vt:lpstr>
      <vt:lpstr>Omnichannel Retail Sales and Inventory Analytics </vt:lpstr>
      <vt:lpstr>Introduction</vt:lpstr>
      <vt:lpstr>Project Objectives </vt:lpstr>
      <vt:lpstr>Project Team</vt:lpstr>
      <vt:lpstr>Key Performance Indicators (KPIs)</vt:lpstr>
      <vt:lpstr>Tools and Technologies Used</vt:lpstr>
      <vt:lpstr>Dataset Overview</vt:lpstr>
      <vt:lpstr>Data Preprocessing</vt:lpstr>
      <vt:lpstr>Exploratory Data Analysis</vt:lpstr>
      <vt:lpstr>Power BI Dashboard</vt:lpstr>
      <vt:lpstr>Conclusion</vt:lpstr>
      <vt:lpstr>Thank You..!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Omnichannel Retail Sales and Inventory Analytics</dc:title>
  <dc:creator>Ajinkya Khot</dc:creator>
  <cp:lastModifiedBy>Gautam Jaiswal</cp:lastModifiedBy>
  <cp:revision>8</cp:revision>
  <dcterms:created xsi:type="dcterms:W3CDTF">2026-03-26T11:48:04Z</dcterms:created>
  <dcterms:modified xsi:type="dcterms:W3CDTF">2026-05-13T09:37:23Z</dcterms:modified>
</cp:coreProperties>
</file>